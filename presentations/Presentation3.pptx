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F563A8-8C81-8445-AB73-224C50FE703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532"/>
  </p:normalViewPr>
  <p:slideViewPr>
    <p:cSldViewPr snapToGrid="0">
      <p:cViewPr varScale="1">
        <p:scale>
          <a:sx n="159" d="100"/>
          <a:sy n="159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589FD-C1E0-C145-A291-2A489410E085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81519-4D66-9348-95C0-D8B52413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1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81519-4D66-9348-95C0-D8B524135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0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3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1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50.png"/><Relationship Id="rId17" Type="http://schemas.openxmlformats.org/officeDocument/2006/relationships/image" Target="../media/image61.png"/><Relationship Id="rId2" Type="http://schemas.openxmlformats.org/officeDocument/2006/relationships/image" Target="../media/image33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11" Type="http://schemas.openxmlformats.org/officeDocument/2006/relationships/image" Target="../media/image49.png"/><Relationship Id="rId5" Type="http://schemas.openxmlformats.org/officeDocument/2006/relationships/image" Target="../media/image420.png"/><Relationship Id="rId15" Type="http://schemas.openxmlformats.org/officeDocument/2006/relationships/image" Target="../media/image59.png"/><Relationship Id="rId10" Type="http://schemas.openxmlformats.org/officeDocument/2006/relationships/image" Target="../media/image58.png"/><Relationship Id="rId4" Type="http://schemas.openxmlformats.org/officeDocument/2006/relationships/image" Target="../media/image41.png"/><Relationship Id="rId9" Type="http://schemas.openxmlformats.org/officeDocument/2006/relationships/image" Target="../media/image57.png"/><Relationship Id="rId1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D8C1-A506-C31F-02BC-3C27FBDA2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95832-D321-CBF5-1E38-FE2655549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Technical University of Kosice</a:t>
            </a:r>
          </a:p>
          <a:p>
            <a:r>
              <a:rPr lang="en-US" dirty="0"/>
              <a:t>Faculty of electrical engineering and informatics</a:t>
            </a:r>
          </a:p>
          <a:p>
            <a:r>
              <a:rPr lang="en-US" dirty="0"/>
              <a:t>Computer modelling</a:t>
            </a:r>
          </a:p>
        </p:txBody>
      </p:sp>
    </p:spTree>
    <p:extLst>
      <p:ext uri="{BB962C8B-B14F-4D97-AF65-F5344CB8AC3E}">
        <p14:creationId xmlns:p14="http://schemas.microsoft.com/office/powerpoint/2010/main" val="216632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EBA1-853E-7524-866A-92ACF26A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29A90-7626-B4DE-1DFC-B941BE334595}"/>
                  </a:ext>
                </a:extLst>
              </p:cNvPr>
              <p:cNvSpPr txBox="1"/>
              <p:nvPr/>
            </p:nvSpPr>
            <p:spPr>
              <a:xfrm>
                <a:off x="2767748" y="1956385"/>
                <a:ext cx="290276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29A90-7626-B4DE-1DFC-B941BE334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748" y="1956385"/>
                <a:ext cx="2902760" cy="369332"/>
              </a:xfrm>
              <a:prstGeom prst="rect">
                <a:avLst/>
              </a:prstGeom>
              <a:blipFill>
                <a:blip r:embed="rId2"/>
                <a:stretch>
                  <a:fillRect t="-26667" b="-4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2D85F8-86FD-CEAE-CC6A-E5267AA6AB82}"/>
                  </a:ext>
                </a:extLst>
              </p:cNvPr>
              <p:cNvSpPr txBox="1"/>
              <p:nvPr/>
            </p:nvSpPr>
            <p:spPr>
              <a:xfrm>
                <a:off x="890050" y="2403770"/>
                <a:ext cx="3010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2D85F8-86FD-CEAE-CC6A-E5267AA6A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50" y="2403770"/>
                <a:ext cx="301044" cy="430887"/>
              </a:xfrm>
              <a:prstGeom prst="rect">
                <a:avLst/>
              </a:prstGeom>
              <a:blipFill>
                <a:blip r:embed="rId3"/>
                <a:stretch>
                  <a:fillRect l="-12500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EAC57D-1AD0-CC07-CDBA-A39BC8342DA4}"/>
                  </a:ext>
                </a:extLst>
              </p:cNvPr>
              <p:cNvSpPr txBox="1"/>
              <p:nvPr/>
            </p:nvSpPr>
            <p:spPr>
              <a:xfrm>
                <a:off x="913775" y="4447960"/>
                <a:ext cx="277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EAC57D-1AD0-CC07-CDBA-A39BC8342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5" y="4447960"/>
                <a:ext cx="277319" cy="276999"/>
              </a:xfrm>
              <a:prstGeom prst="rect">
                <a:avLst/>
              </a:prstGeom>
              <a:blipFill>
                <a:blip r:embed="rId4"/>
                <a:stretch>
                  <a:fillRect l="-18182" r="-18182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AE4594F-ED24-2BA3-002A-A84D9B8C914D}"/>
              </a:ext>
            </a:extLst>
          </p:cNvPr>
          <p:cNvSpPr/>
          <p:nvPr/>
        </p:nvSpPr>
        <p:spPr>
          <a:xfrm>
            <a:off x="2565229" y="3023733"/>
            <a:ext cx="754840" cy="7013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757A81-55B2-03C4-0F31-D8AC8CBD48C4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flipV="1">
            <a:off x="1191094" y="3622393"/>
            <a:ext cx="1484679" cy="964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901037-07E5-E3F5-7898-487BFCF20ED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191094" y="2619214"/>
            <a:ext cx="1484679" cy="50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64A45A4-05B0-4CC7-CAB9-D1D97A1B0133}"/>
              </a:ext>
            </a:extLst>
          </p:cNvPr>
          <p:cNvSpPr/>
          <p:nvPr/>
        </p:nvSpPr>
        <p:spPr>
          <a:xfrm>
            <a:off x="5148870" y="3032494"/>
            <a:ext cx="760977" cy="69261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6E7D62-353B-73B4-4EB5-A9982BAF1745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3320069" y="3374420"/>
            <a:ext cx="1828801" cy="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93436C-F0A3-84D2-11A4-42E6E5C781A2}"/>
              </a:ext>
            </a:extLst>
          </p:cNvPr>
          <p:cNvSpPr txBox="1"/>
          <p:nvPr/>
        </p:nvSpPr>
        <p:spPr>
          <a:xfrm>
            <a:off x="3872472" y="2996189"/>
            <a:ext cx="126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scores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63CC1A-0A71-F3E5-C386-01D3951FF39A}"/>
              </a:ext>
            </a:extLst>
          </p:cNvPr>
          <p:cNvSpPr/>
          <p:nvPr/>
        </p:nvSpPr>
        <p:spPr>
          <a:xfrm>
            <a:off x="7536128" y="3032494"/>
            <a:ext cx="760978" cy="6926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BFC65C-8D66-552E-B464-1542012CEAEB}"/>
              </a:ext>
            </a:extLst>
          </p:cNvPr>
          <p:cNvCxnSpPr>
            <a:stCxn id="15" idx="6"/>
            <a:endCxn id="21" idx="2"/>
          </p:cNvCxnSpPr>
          <p:nvPr/>
        </p:nvCxnSpPr>
        <p:spPr>
          <a:xfrm>
            <a:off x="5909847" y="3378801"/>
            <a:ext cx="1626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AD1AA6-7818-2E58-4F50-A6C3C679E2D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191094" y="4586460"/>
            <a:ext cx="47187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740C184-D5FE-CE51-33FF-194850871A2B}"/>
              </a:ext>
            </a:extLst>
          </p:cNvPr>
          <p:cNvSpPr/>
          <p:nvPr/>
        </p:nvSpPr>
        <p:spPr>
          <a:xfrm>
            <a:off x="5962009" y="4196602"/>
            <a:ext cx="760978" cy="692613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R(W)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A3728FA9-00E1-86FA-FA6D-40BB63E61003}"/>
              </a:ext>
            </a:extLst>
          </p:cNvPr>
          <p:cNvCxnSpPr>
            <a:stCxn id="32" idx="6"/>
            <a:endCxn id="21" idx="4"/>
          </p:cNvCxnSpPr>
          <p:nvPr/>
        </p:nvCxnSpPr>
        <p:spPr>
          <a:xfrm flipV="1">
            <a:off x="6722987" y="3725107"/>
            <a:ext cx="1193630" cy="8178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4683EBC-50D0-EA62-989C-8011153BDFA9}"/>
              </a:ext>
            </a:extLst>
          </p:cNvPr>
          <p:cNvCxnSpPr>
            <a:stCxn id="21" idx="6"/>
          </p:cNvCxnSpPr>
          <p:nvPr/>
        </p:nvCxnSpPr>
        <p:spPr>
          <a:xfrm flipV="1">
            <a:off x="8297106" y="3374420"/>
            <a:ext cx="1472859" cy="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9AA566E-58C2-3682-9C9B-B0F4ECF78E05}"/>
              </a:ext>
            </a:extLst>
          </p:cNvPr>
          <p:cNvSpPr txBox="1"/>
          <p:nvPr/>
        </p:nvSpPr>
        <p:spPr>
          <a:xfrm>
            <a:off x="9769965" y="3180855"/>
            <a:ext cx="98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0E9B43-2001-E2E9-49E8-017CDDE00168}"/>
              </a:ext>
            </a:extLst>
          </p:cNvPr>
          <p:cNvSpPr/>
          <p:nvPr/>
        </p:nvSpPr>
        <p:spPr>
          <a:xfrm>
            <a:off x="699607" y="5076962"/>
            <a:ext cx="10672092" cy="15526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Computational graph</a:t>
            </a:r>
            <a:r>
              <a:rPr lang="en-US" dirty="0"/>
              <a:t> is a way to visualize and organize the series of mathematical operations that a neural network performs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234DD-DC60-5FC1-99D9-C5BFFD9064E4}"/>
              </a:ext>
            </a:extLst>
          </p:cNvPr>
          <p:cNvSpPr txBox="1"/>
          <p:nvPr/>
        </p:nvSpPr>
        <p:spPr>
          <a:xfrm>
            <a:off x="272878" y="1663997"/>
            <a:ext cx="2602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Pridat</a:t>
            </a:r>
            <a:r>
              <a:rPr lang="en-US" dirty="0"/>
              <a:t> </a:t>
            </a:r>
            <a:r>
              <a:rPr lang="en-US" dirty="0" err="1"/>
              <a:t>parcialne</a:t>
            </a:r>
            <a:r>
              <a:rPr lang="en-US" dirty="0"/>
              <a:t> </a:t>
            </a:r>
            <a:r>
              <a:rPr lang="en-US" dirty="0" err="1"/>
              <a:t>derivacie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6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D3357-BF94-A66C-E14F-8B8629456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49" y="0"/>
            <a:ext cx="7561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6B27B6-E563-2027-746B-4721E4CDA4DE}"/>
                  </a:ext>
                </a:extLst>
              </p:cNvPr>
              <p:cNvSpPr txBox="1"/>
              <p:nvPr/>
            </p:nvSpPr>
            <p:spPr>
              <a:xfrm>
                <a:off x="936670" y="1703345"/>
                <a:ext cx="2821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6B27B6-E563-2027-746B-4721E4CDA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70" y="1703345"/>
                <a:ext cx="2821413" cy="369332"/>
              </a:xfrm>
              <a:prstGeom prst="rect">
                <a:avLst/>
              </a:prstGeom>
              <a:blipFill>
                <a:blip r:embed="rId2"/>
                <a:stretch>
                  <a:fillRect l="-3139" t="-22581" r="-7175" b="-4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45FDCB0-896B-38EF-8F47-A67F72BF95EC}"/>
              </a:ext>
            </a:extLst>
          </p:cNvPr>
          <p:cNvSpPr txBox="1"/>
          <p:nvPr/>
        </p:nvSpPr>
        <p:spPr>
          <a:xfrm>
            <a:off x="936670" y="2182600"/>
            <a:ext cx="282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 x = -2, y = 5, z = -4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AF9341-83CB-5731-6A9C-77CF7BE7BDCC}"/>
              </a:ext>
            </a:extLst>
          </p:cNvPr>
          <p:cNvSpPr/>
          <p:nvPr/>
        </p:nvSpPr>
        <p:spPr>
          <a:xfrm>
            <a:off x="8022957" y="1583166"/>
            <a:ext cx="488196" cy="4726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C25C1F7-14D1-5C89-EB5C-C65018A5EDD4}"/>
              </a:ext>
            </a:extLst>
          </p:cNvPr>
          <p:cNvCxnSpPr>
            <a:cxnSpLocks/>
          </p:cNvCxnSpPr>
          <p:nvPr/>
        </p:nvCxnSpPr>
        <p:spPr>
          <a:xfrm>
            <a:off x="6453754" y="705172"/>
            <a:ext cx="1569203" cy="9841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A7862F4-D17A-949B-DA15-FA98E4147E43}"/>
              </a:ext>
            </a:extLst>
          </p:cNvPr>
          <p:cNvCxnSpPr>
            <a:cxnSpLocks/>
          </p:cNvCxnSpPr>
          <p:nvPr/>
        </p:nvCxnSpPr>
        <p:spPr>
          <a:xfrm flipV="1">
            <a:off x="6465377" y="1871199"/>
            <a:ext cx="1557580" cy="11354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AF6AD0-D5E1-E12B-E8C2-FF6CB7A8D53E}"/>
              </a:ext>
            </a:extLst>
          </p:cNvPr>
          <p:cNvSpPr txBox="1"/>
          <p:nvPr/>
        </p:nvSpPr>
        <p:spPr>
          <a:xfrm>
            <a:off x="6271648" y="247973"/>
            <a:ext cx="968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535CC-8735-D490-4A45-3FF32B1DD0D2}"/>
              </a:ext>
            </a:extLst>
          </p:cNvPr>
          <p:cNvSpPr txBox="1"/>
          <p:nvPr/>
        </p:nvSpPr>
        <p:spPr>
          <a:xfrm>
            <a:off x="6354951" y="3006671"/>
            <a:ext cx="968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5</a:t>
            </a:r>
            <a:r>
              <a:rPr lang="en-US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0622C-5D99-3430-58EB-1DE216964499}"/>
              </a:ext>
            </a:extLst>
          </p:cNvPr>
          <p:cNvSpPr txBox="1"/>
          <p:nvPr/>
        </p:nvSpPr>
        <p:spPr>
          <a:xfrm>
            <a:off x="6354951" y="3628987"/>
            <a:ext cx="968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=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-4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CE8EF9-9051-1694-A614-BE861E784079}"/>
              </a:ext>
            </a:extLst>
          </p:cNvPr>
          <p:cNvSpPr/>
          <p:nvPr/>
        </p:nvSpPr>
        <p:spPr>
          <a:xfrm>
            <a:off x="10242055" y="2527250"/>
            <a:ext cx="488196" cy="4726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6C9E9A-E39B-5CB3-2681-AB792C42FD3F}"/>
              </a:ext>
            </a:extLst>
          </p:cNvPr>
          <p:cNvCxnSpPr>
            <a:cxnSpLocks/>
            <a:stCxn id="17" idx="3"/>
            <a:endCxn id="18" idx="2"/>
          </p:cNvCxnSpPr>
          <p:nvPr/>
        </p:nvCxnSpPr>
        <p:spPr>
          <a:xfrm flipV="1">
            <a:off x="7323595" y="2763600"/>
            <a:ext cx="2918460" cy="105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5AA85CD-39ED-1ABC-C912-816F5E7FFE2A}"/>
              </a:ext>
            </a:extLst>
          </p:cNvPr>
          <p:cNvCxnSpPr>
            <a:stCxn id="7" idx="6"/>
            <a:endCxn id="18" idx="0"/>
          </p:cNvCxnSpPr>
          <p:nvPr/>
        </p:nvCxnSpPr>
        <p:spPr>
          <a:xfrm>
            <a:off x="8511153" y="1819516"/>
            <a:ext cx="1975000" cy="7077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5709E1-6F9D-0BE1-ADE0-19325C04B9EC}"/>
              </a:ext>
            </a:extLst>
          </p:cNvPr>
          <p:cNvCxnSpPr>
            <a:stCxn id="18" idx="6"/>
          </p:cNvCxnSpPr>
          <p:nvPr/>
        </p:nvCxnSpPr>
        <p:spPr>
          <a:xfrm flipV="1">
            <a:off x="10730251" y="2763599"/>
            <a:ext cx="1319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807D659-86E1-1772-C6DA-A47C8C4F3F7D}"/>
              </a:ext>
            </a:extLst>
          </p:cNvPr>
          <p:cNvSpPr txBox="1"/>
          <p:nvPr/>
        </p:nvSpPr>
        <p:spPr>
          <a:xfrm>
            <a:off x="10974349" y="2363204"/>
            <a:ext cx="906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-12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E4A8CFD-B884-22C7-3016-D39B37A02D08}"/>
                  </a:ext>
                </a:extLst>
              </p:cNvPr>
              <p:cNvSpPr txBox="1"/>
              <p:nvPr/>
            </p:nvSpPr>
            <p:spPr>
              <a:xfrm>
                <a:off x="2492840" y="2902412"/>
                <a:ext cx="2189510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E4A8CFD-B884-22C7-3016-D39B37A0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840" y="2902412"/>
                <a:ext cx="2189510" cy="577850"/>
              </a:xfrm>
              <a:prstGeom prst="rect">
                <a:avLst/>
              </a:prstGeom>
              <a:blipFill>
                <a:blip r:embed="rId3"/>
                <a:stretch>
                  <a:fillRect l="-2890" t="-2128" r="-346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A6D4F3B-BBD7-1B49-50DF-16A6EE4B5B30}"/>
              </a:ext>
            </a:extLst>
          </p:cNvPr>
          <p:cNvSpPr txBox="1"/>
          <p:nvPr/>
        </p:nvSpPr>
        <p:spPr>
          <a:xfrm>
            <a:off x="9132603" y="1450183"/>
            <a:ext cx="89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0E2B11-8961-DF64-9B1F-219647566978}"/>
                  </a:ext>
                </a:extLst>
              </p:cNvPr>
              <p:cNvSpPr txBox="1"/>
              <p:nvPr/>
            </p:nvSpPr>
            <p:spPr>
              <a:xfrm>
                <a:off x="1065508" y="4042910"/>
                <a:ext cx="740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0E2B11-8961-DF64-9B1F-219647566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08" y="4042910"/>
                <a:ext cx="740074" cy="276999"/>
              </a:xfrm>
              <a:prstGeom prst="rect">
                <a:avLst/>
              </a:prstGeom>
              <a:blipFill>
                <a:blip r:embed="rId4"/>
                <a:stretch>
                  <a:fillRect l="-11864" t="-4348" r="-508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12C8F7-41B3-F565-D625-C1906D6511E4}"/>
                  </a:ext>
                </a:extLst>
              </p:cNvPr>
              <p:cNvSpPr txBox="1"/>
              <p:nvPr/>
            </p:nvSpPr>
            <p:spPr>
              <a:xfrm>
                <a:off x="1065508" y="3011627"/>
                <a:ext cx="10374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12C8F7-41B3-F565-D625-C1906D651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08" y="3011627"/>
                <a:ext cx="1037463" cy="276999"/>
              </a:xfrm>
              <a:prstGeom prst="rect">
                <a:avLst/>
              </a:prstGeom>
              <a:blipFill>
                <a:blip r:embed="rId5"/>
                <a:stretch>
                  <a:fillRect l="-4878" r="-365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2BC520C2-F048-DE18-DA48-7D03F6A751F4}"/>
              </a:ext>
            </a:extLst>
          </p:cNvPr>
          <p:cNvSpPr/>
          <p:nvPr/>
        </p:nvSpPr>
        <p:spPr>
          <a:xfrm>
            <a:off x="939621" y="2781570"/>
            <a:ext cx="3926846" cy="865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BC5112-956A-88A3-1FE6-75A20B304B2F}"/>
                  </a:ext>
                </a:extLst>
              </p:cNvPr>
              <p:cNvSpPr txBox="1"/>
              <p:nvPr/>
            </p:nvSpPr>
            <p:spPr>
              <a:xfrm>
                <a:off x="2347375" y="3843158"/>
                <a:ext cx="2300502" cy="8535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BC5112-956A-88A3-1FE6-75A20B304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375" y="3843158"/>
                <a:ext cx="2300502" cy="853503"/>
              </a:xfrm>
              <a:prstGeom prst="rect">
                <a:avLst/>
              </a:prstGeom>
              <a:blipFill>
                <a:blip r:embed="rId6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ADE0F234-3EFF-02C5-6C71-5685F97552AE}"/>
              </a:ext>
            </a:extLst>
          </p:cNvPr>
          <p:cNvSpPr/>
          <p:nvPr/>
        </p:nvSpPr>
        <p:spPr>
          <a:xfrm>
            <a:off x="944575" y="3729202"/>
            <a:ext cx="3929799" cy="8280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2504A0-686B-C3C3-9F15-28E3515EA992}"/>
                  </a:ext>
                </a:extLst>
              </p:cNvPr>
              <p:cNvSpPr txBox="1"/>
              <p:nvPr/>
            </p:nvSpPr>
            <p:spPr>
              <a:xfrm>
                <a:off x="789435" y="5866109"/>
                <a:ext cx="3892915" cy="1511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2504A0-686B-C3C3-9F15-28E3515EA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5" y="5866109"/>
                <a:ext cx="3892915" cy="15112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C0AB729-4F8C-3B67-1FDE-4945E6C3EEF0}"/>
              </a:ext>
            </a:extLst>
          </p:cNvPr>
          <p:cNvSpPr txBox="1"/>
          <p:nvPr/>
        </p:nvSpPr>
        <p:spPr>
          <a:xfrm>
            <a:off x="1805582" y="5261212"/>
            <a:ext cx="510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 we need?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2EAA00-6F98-CC52-853F-DE22D0D78159}"/>
              </a:ext>
            </a:extLst>
          </p:cNvPr>
          <p:cNvSpPr txBox="1"/>
          <p:nvPr/>
        </p:nvSpPr>
        <p:spPr>
          <a:xfrm>
            <a:off x="5640404" y="322927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CE26BE-AD96-57A0-5EAB-7802518EDEF1}"/>
                  </a:ext>
                </a:extLst>
              </p:cNvPr>
              <p:cNvSpPr txBox="1"/>
              <p:nvPr/>
            </p:nvSpPr>
            <p:spPr>
              <a:xfrm>
                <a:off x="11100273" y="2999949"/>
                <a:ext cx="612988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CE26BE-AD96-57A0-5EAB-7802518E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0273" y="2999949"/>
                <a:ext cx="612988" cy="864917"/>
              </a:xfrm>
              <a:prstGeom prst="rect">
                <a:avLst/>
              </a:prstGeom>
              <a:blipFill>
                <a:blip r:embed="rId8"/>
                <a:stretch>
                  <a:fillRect t="-1449" r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7F98A9-F19B-897A-C9A2-457ED66D7087}"/>
                  </a:ext>
                </a:extLst>
              </p:cNvPr>
              <p:cNvSpPr txBox="1"/>
              <p:nvPr/>
            </p:nvSpPr>
            <p:spPr>
              <a:xfrm>
                <a:off x="8316052" y="4430489"/>
                <a:ext cx="612988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7F98A9-F19B-897A-C9A2-457ED66D7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52" y="4430489"/>
                <a:ext cx="612988" cy="864917"/>
              </a:xfrm>
              <a:prstGeom prst="rect">
                <a:avLst/>
              </a:prstGeom>
              <a:blipFill>
                <a:blip r:embed="rId9"/>
                <a:stretch>
                  <a:fillRect t="-1429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A7FAAB3-27DF-8431-F160-3AF12168D6C1}"/>
              </a:ext>
            </a:extLst>
          </p:cNvPr>
          <p:cNvCxnSpPr/>
          <p:nvPr/>
        </p:nvCxnSpPr>
        <p:spPr>
          <a:xfrm flipH="1" flipV="1">
            <a:off x="7238355" y="3998319"/>
            <a:ext cx="1028700" cy="41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7803158-4127-6B23-812E-22AF164325AB}"/>
                  </a:ext>
                </a:extLst>
              </p:cNvPr>
              <p:cNvSpPr txBox="1"/>
              <p:nvPr/>
            </p:nvSpPr>
            <p:spPr>
              <a:xfrm>
                <a:off x="6624470" y="4165670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7803158-4127-6B23-812E-22AF16432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470" y="4165670"/>
                <a:ext cx="192360" cy="276999"/>
              </a:xfrm>
              <a:prstGeom prst="rect">
                <a:avLst/>
              </a:prstGeom>
              <a:blipFill>
                <a:blip r:embed="rId10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775407-D661-80A9-20D1-37FB9108F3CE}"/>
                  </a:ext>
                </a:extLst>
              </p:cNvPr>
              <p:cNvSpPr txBox="1"/>
              <p:nvPr/>
            </p:nvSpPr>
            <p:spPr>
              <a:xfrm>
                <a:off x="9873165" y="184846"/>
                <a:ext cx="612988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775407-D661-80A9-20D1-37FB9108F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165" y="184846"/>
                <a:ext cx="612988" cy="864917"/>
              </a:xfrm>
              <a:prstGeom prst="rect">
                <a:avLst/>
              </a:prstGeom>
              <a:blipFill>
                <a:blip r:embed="rId11"/>
                <a:stretch>
                  <a:fillRect t="-1449" r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FDEAC5-2C19-9E9F-F163-01FFB2F3481D}"/>
              </a:ext>
            </a:extLst>
          </p:cNvPr>
          <p:cNvCxnSpPr>
            <a:stCxn id="50" idx="1"/>
          </p:cNvCxnSpPr>
          <p:nvPr/>
        </p:nvCxnSpPr>
        <p:spPr>
          <a:xfrm flipH="1">
            <a:off x="9413507" y="617305"/>
            <a:ext cx="459658" cy="759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34925EA-6243-3A77-F05D-33BC1FB6D248}"/>
                  </a:ext>
                </a:extLst>
              </p:cNvPr>
              <p:cNvSpPr txBox="1"/>
              <p:nvPr/>
            </p:nvSpPr>
            <p:spPr>
              <a:xfrm>
                <a:off x="9274151" y="1905601"/>
                <a:ext cx="365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34925EA-6243-3A77-F05D-33BC1FB6D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151" y="1905601"/>
                <a:ext cx="365485" cy="276999"/>
              </a:xfrm>
              <a:prstGeom prst="rect">
                <a:avLst/>
              </a:prstGeom>
              <a:blipFill>
                <a:blip r:embed="rId12"/>
                <a:stretch>
                  <a:fillRect l="-3448" r="-1379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A3F16-0DDE-1EB5-96DB-C7BC150B6BA6}"/>
                  </a:ext>
                </a:extLst>
              </p:cNvPr>
              <p:cNvSpPr txBox="1"/>
              <p:nvPr/>
            </p:nvSpPr>
            <p:spPr>
              <a:xfrm>
                <a:off x="4682350" y="1258657"/>
                <a:ext cx="436786" cy="851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A3F16-0DDE-1EB5-96DB-C7BC150B6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50" y="1258657"/>
                <a:ext cx="436786" cy="851259"/>
              </a:xfrm>
              <a:prstGeom prst="rect">
                <a:avLst/>
              </a:prstGeom>
              <a:blipFill>
                <a:blip r:embed="rId13"/>
                <a:stretch>
                  <a:fillRect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D2DF019-E213-6866-B78E-AFD7075EE375}"/>
              </a:ext>
            </a:extLst>
          </p:cNvPr>
          <p:cNvCxnSpPr>
            <a:cxnSpLocks/>
          </p:cNvCxnSpPr>
          <p:nvPr/>
        </p:nvCxnSpPr>
        <p:spPr>
          <a:xfrm>
            <a:off x="5226518" y="1871199"/>
            <a:ext cx="1145403" cy="107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891576C-A5B8-0F22-57E4-9DE131D5F3CA}"/>
                  </a:ext>
                </a:extLst>
              </p:cNvPr>
              <p:cNvSpPr txBox="1"/>
              <p:nvPr/>
            </p:nvSpPr>
            <p:spPr>
              <a:xfrm>
                <a:off x="6441727" y="2686287"/>
                <a:ext cx="365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891576C-A5B8-0F22-57E4-9DE131D5F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727" y="2686287"/>
                <a:ext cx="365485" cy="276999"/>
              </a:xfrm>
              <a:prstGeom prst="rect">
                <a:avLst/>
              </a:prstGeom>
              <a:blipFill>
                <a:blip r:embed="rId12"/>
                <a:stretch>
                  <a:fillRect l="-3333" r="-1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27657B-A970-6938-8CAC-90A118D7FAA1}"/>
                  </a:ext>
                </a:extLst>
              </p:cNvPr>
              <p:cNvSpPr txBox="1"/>
              <p:nvPr/>
            </p:nvSpPr>
            <p:spPr>
              <a:xfrm>
                <a:off x="5377137" y="5624709"/>
                <a:ext cx="3892915" cy="1511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27657B-A970-6938-8CAC-90A118D7F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137" y="5624709"/>
                <a:ext cx="3892915" cy="15112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F0D7090E-13EA-38DF-9866-A279E5C06D18}"/>
              </a:ext>
            </a:extLst>
          </p:cNvPr>
          <p:cNvSpPr txBox="1"/>
          <p:nvPr/>
        </p:nvSpPr>
        <p:spPr>
          <a:xfrm>
            <a:off x="6731092" y="5204478"/>
            <a:ext cx="158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Chain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B424DB-446D-63D8-2F37-C8399A199FC4}"/>
                  </a:ext>
                </a:extLst>
              </p:cNvPr>
              <p:cNvSpPr txBox="1"/>
              <p:nvPr/>
            </p:nvSpPr>
            <p:spPr>
              <a:xfrm>
                <a:off x="4656891" y="131942"/>
                <a:ext cx="391133" cy="803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B424DB-446D-63D8-2F37-C8399A199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891" y="131942"/>
                <a:ext cx="391133" cy="803682"/>
              </a:xfrm>
              <a:prstGeom prst="rect">
                <a:avLst/>
              </a:prstGeom>
              <a:blipFill>
                <a:blip r:embed="rId15"/>
                <a:stretch>
                  <a:fillRect l="-3125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9A7CF83-83F7-B71A-BECE-9E91E94890C1}"/>
                  </a:ext>
                </a:extLst>
              </p:cNvPr>
              <p:cNvSpPr txBox="1"/>
              <p:nvPr/>
            </p:nvSpPr>
            <p:spPr>
              <a:xfrm>
                <a:off x="6477686" y="798474"/>
                <a:ext cx="365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9A7CF83-83F7-B71A-BECE-9E91E9489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686" y="798474"/>
                <a:ext cx="365485" cy="276999"/>
              </a:xfrm>
              <a:prstGeom prst="rect">
                <a:avLst/>
              </a:prstGeom>
              <a:blipFill>
                <a:blip r:embed="rId16"/>
                <a:stretch>
                  <a:fillRect l="-3333" r="-1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939D8A7-C166-C454-DF9E-B5DF98D52643}"/>
              </a:ext>
            </a:extLst>
          </p:cNvPr>
          <p:cNvCxnSpPr>
            <a:stCxn id="64" idx="3"/>
          </p:cNvCxnSpPr>
          <p:nvPr/>
        </p:nvCxnSpPr>
        <p:spPr>
          <a:xfrm>
            <a:off x="5048024" y="533783"/>
            <a:ext cx="1306927" cy="403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3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5" grpId="0"/>
      <p:bldP spid="46" grpId="0"/>
      <p:bldP spid="49" grpId="0"/>
      <p:bldP spid="50" grpId="0"/>
      <p:bldP spid="53" grpId="0"/>
      <p:bldP spid="54" grpId="0"/>
      <p:bldP spid="57" grpId="0"/>
      <p:bldP spid="62" grpId="1"/>
      <p:bldP spid="63" grpId="0"/>
      <p:bldP spid="64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CD524B0-ACB6-66F2-DF30-13A5566DC48C}"/>
              </a:ext>
            </a:extLst>
          </p:cNvPr>
          <p:cNvSpPr/>
          <p:nvPr/>
        </p:nvSpPr>
        <p:spPr>
          <a:xfrm>
            <a:off x="4254366" y="1730141"/>
            <a:ext cx="3474720" cy="339771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55F11A-1E51-88B3-5035-C899A3ED724B}"/>
              </a:ext>
            </a:extLst>
          </p:cNvPr>
          <p:cNvCxnSpPr>
            <a:endCxn id="3" idx="2"/>
          </p:cNvCxnSpPr>
          <p:nvPr/>
        </p:nvCxnSpPr>
        <p:spPr>
          <a:xfrm>
            <a:off x="1501541" y="1424539"/>
            <a:ext cx="2752825" cy="200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410086-2650-3306-9E38-A0C35D24720D}"/>
              </a:ext>
            </a:extLst>
          </p:cNvPr>
          <p:cNvCxnSpPr>
            <a:cxnSpLocks/>
          </p:cNvCxnSpPr>
          <p:nvPr/>
        </p:nvCxnSpPr>
        <p:spPr>
          <a:xfrm flipV="1">
            <a:off x="1501541" y="3657600"/>
            <a:ext cx="2752825" cy="177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6B4F2-E364-7582-6085-07D65C12ACC3}"/>
                  </a:ext>
                </a:extLst>
              </p:cNvPr>
              <p:cNvSpPr txBox="1"/>
              <p:nvPr/>
            </p:nvSpPr>
            <p:spPr>
              <a:xfrm>
                <a:off x="1106905" y="1286039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6B4F2-E364-7582-6085-07D65C12A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05" y="1286039"/>
                <a:ext cx="194540" cy="276999"/>
              </a:xfrm>
              <a:prstGeom prst="rect">
                <a:avLst/>
              </a:prstGeom>
              <a:blipFill>
                <a:blip r:embed="rId2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AB8436-B484-ECCE-93E1-0A5B9222B779}"/>
                  </a:ext>
                </a:extLst>
              </p:cNvPr>
              <p:cNvSpPr txBox="1"/>
              <p:nvPr/>
            </p:nvSpPr>
            <p:spPr>
              <a:xfrm>
                <a:off x="1106905" y="5414210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AB8436-B484-ECCE-93E1-0A5B9222B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05" y="5414210"/>
                <a:ext cx="19793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CA8E31-09AD-EF6F-245C-DF04EC880D0A}"/>
              </a:ext>
            </a:extLst>
          </p:cNvPr>
          <p:cNvCxnSpPr>
            <a:stCxn id="3" idx="6"/>
          </p:cNvCxnSpPr>
          <p:nvPr/>
        </p:nvCxnSpPr>
        <p:spPr>
          <a:xfrm>
            <a:off x="7729086" y="3429000"/>
            <a:ext cx="3715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3C8F91-024D-0BF9-29E6-977533114BE8}"/>
                  </a:ext>
                </a:extLst>
              </p:cNvPr>
              <p:cNvSpPr txBox="1"/>
              <p:nvPr/>
            </p:nvSpPr>
            <p:spPr>
              <a:xfrm>
                <a:off x="9586762" y="2900412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3C8F91-024D-0BF9-29E6-977533114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762" y="2900412"/>
                <a:ext cx="180306" cy="276999"/>
              </a:xfrm>
              <a:prstGeom prst="rect">
                <a:avLst/>
              </a:prstGeom>
              <a:blipFill>
                <a:blip r:embed="rId4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4DC2650-632E-7142-895B-CD5E7319B743}"/>
              </a:ext>
            </a:extLst>
          </p:cNvPr>
          <p:cNvSpPr txBox="1"/>
          <p:nvPr/>
        </p:nvSpPr>
        <p:spPr>
          <a:xfrm>
            <a:off x="5192830" y="2057437"/>
            <a:ext cx="231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local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F55757-15B3-79CB-A455-42E5C6C42998}"/>
                  </a:ext>
                </a:extLst>
              </p:cNvPr>
              <p:cNvSpPr txBox="1"/>
              <p:nvPr/>
            </p:nvSpPr>
            <p:spPr>
              <a:xfrm>
                <a:off x="1854470" y="2521097"/>
                <a:ext cx="6097604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F55757-15B3-79CB-A455-42E5C6C42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470" y="2521097"/>
                <a:ext cx="6097604" cy="619016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E811A2-6A20-9B9F-7C05-220BAF65C806}"/>
                  </a:ext>
                </a:extLst>
              </p:cNvPr>
              <p:cNvSpPr txBox="1"/>
              <p:nvPr/>
            </p:nvSpPr>
            <p:spPr>
              <a:xfrm>
                <a:off x="1840032" y="3897694"/>
                <a:ext cx="6097604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E811A2-6A20-9B9F-7C05-220BAF65C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032" y="3897694"/>
                <a:ext cx="6097604" cy="666336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F351A-38F2-51B8-0756-4E93E805801C}"/>
                  </a:ext>
                </a:extLst>
              </p:cNvPr>
              <p:cNvSpPr txBox="1"/>
              <p:nvPr/>
            </p:nvSpPr>
            <p:spPr>
              <a:xfrm>
                <a:off x="4451064" y="3114251"/>
                <a:ext cx="303740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F351A-38F2-51B8-0756-4E93E805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064" y="3114251"/>
                <a:ext cx="3037405" cy="615553"/>
              </a:xfrm>
              <a:prstGeom prst="rect">
                <a:avLst/>
              </a:prstGeom>
              <a:blipFill>
                <a:blip r:embed="rId7"/>
                <a:stretch>
                  <a:fillRect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3D12E4-287E-AF57-FB64-16AA2B281791}"/>
              </a:ext>
            </a:extLst>
          </p:cNvPr>
          <p:cNvCxnSpPr/>
          <p:nvPr/>
        </p:nvCxnSpPr>
        <p:spPr>
          <a:xfrm flipH="1">
            <a:off x="7815714" y="3897694"/>
            <a:ext cx="36287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CCF489-7114-3D86-9E89-242F31DFCB6A}"/>
                  </a:ext>
                </a:extLst>
              </p:cNvPr>
              <p:cNvSpPr txBox="1"/>
              <p:nvPr/>
            </p:nvSpPr>
            <p:spPr>
              <a:xfrm>
                <a:off x="6628113" y="3981393"/>
                <a:ext cx="6097604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CCF489-7114-3D86-9E89-242F31DFC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113" y="3981393"/>
                <a:ext cx="6097604" cy="619016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EDB567-7E6D-58A0-602B-171824CAF48B}"/>
                  </a:ext>
                </a:extLst>
              </p:cNvPr>
              <p:cNvSpPr txBox="1"/>
              <p:nvPr/>
            </p:nvSpPr>
            <p:spPr>
              <a:xfrm rot="2208186">
                <a:off x="158002" y="2144104"/>
                <a:ext cx="3892915" cy="1450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EDB567-7E6D-58A0-602B-171824CA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08186">
                <a:off x="158002" y="2144104"/>
                <a:ext cx="3892915" cy="14500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697731-B179-2F62-9214-A87832927884}"/>
                  </a:ext>
                </a:extLst>
              </p:cNvPr>
              <p:cNvSpPr txBox="1"/>
              <p:nvPr/>
            </p:nvSpPr>
            <p:spPr>
              <a:xfrm rot="19612926">
                <a:off x="1216062" y="4600636"/>
                <a:ext cx="3892915" cy="1497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697731-B179-2F62-9214-A87832927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12926">
                <a:off x="1216062" y="4600636"/>
                <a:ext cx="3892915" cy="14973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32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22" grpId="0"/>
      <p:bldP spid="22" grpId="1"/>
      <p:bldP spid="23" grpId="0"/>
      <p:bldP spid="23" grpId="1"/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BF8C02-6A25-7440-E832-1175EB273BEB}"/>
                  </a:ext>
                </a:extLst>
              </p:cNvPr>
              <p:cNvSpPr txBox="1"/>
              <p:nvPr/>
            </p:nvSpPr>
            <p:spPr>
              <a:xfrm>
                <a:off x="3570025" y="269507"/>
                <a:ext cx="5917517" cy="1447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 + 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BF8C02-6A25-7440-E832-1175EB273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025" y="269507"/>
                <a:ext cx="5917517" cy="1447832"/>
              </a:xfrm>
              <a:prstGeom prst="rect">
                <a:avLst/>
              </a:prstGeom>
              <a:blipFill>
                <a:blip r:embed="rId2"/>
                <a:stretch>
                  <a:fillRect l="-1931" t="-870" r="-4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6313901-E723-2483-7C2E-0FC09B5E33FF}"/>
              </a:ext>
            </a:extLst>
          </p:cNvPr>
          <p:cNvSpPr/>
          <p:nvPr/>
        </p:nvSpPr>
        <p:spPr>
          <a:xfrm>
            <a:off x="1625371" y="203093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6A6AB5-329A-7372-2132-860379EFC52F}"/>
              </a:ext>
            </a:extLst>
          </p:cNvPr>
          <p:cNvSpPr/>
          <p:nvPr/>
        </p:nvSpPr>
        <p:spPr>
          <a:xfrm>
            <a:off x="1625371" y="3303871"/>
            <a:ext cx="385011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3095CC-37A7-921F-4E5C-0883CA02044F}"/>
              </a:ext>
            </a:extLst>
          </p:cNvPr>
          <p:cNvSpPr/>
          <p:nvPr/>
        </p:nvSpPr>
        <p:spPr>
          <a:xfrm>
            <a:off x="2894957" y="2664594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7A45C5-CBB3-67E8-3E56-6588AA6B41D2}"/>
              </a:ext>
            </a:extLst>
          </p:cNvPr>
          <p:cNvSpPr/>
          <p:nvPr/>
        </p:nvSpPr>
        <p:spPr>
          <a:xfrm>
            <a:off x="3798128" y="365038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2C1C05-693A-F208-6D82-4265C2D556A1}"/>
              </a:ext>
            </a:extLst>
          </p:cNvPr>
          <p:cNvSpPr/>
          <p:nvPr/>
        </p:nvSpPr>
        <p:spPr>
          <a:xfrm>
            <a:off x="5420932" y="3657601"/>
            <a:ext cx="675068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*-1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DDCDF1-F9C2-9339-757A-81EE7CA232C2}"/>
              </a:ext>
            </a:extLst>
          </p:cNvPr>
          <p:cNvSpPr/>
          <p:nvPr/>
        </p:nvSpPr>
        <p:spPr>
          <a:xfrm>
            <a:off x="7071967" y="3643163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46C8EE-1DE2-67D9-97D1-FD6F50924A2F}"/>
              </a:ext>
            </a:extLst>
          </p:cNvPr>
          <p:cNvSpPr/>
          <p:nvPr/>
        </p:nvSpPr>
        <p:spPr>
          <a:xfrm>
            <a:off x="8569654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+1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53A4FE-BF91-A71E-F986-F47CA3FCF278}"/>
              </a:ext>
            </a:extLst>
          </p:cNvPr>
          <p:cNvSpPr/>
          <p:nvPr/>
        </p:nvSpPr>
        <p:spPr>
          <a:xfrm>
            <a:off x="9883155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1\x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43336A-D3B2-A0EB-696A-F36D629D2612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9244723" y="3996891"/>
            <a:ext cx="638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DB5456-5890-85B7-BD94-94B64F3B6664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6096000" y="3982453"/>
            <a:ext cx="975967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0CA056-3437-C2C6-EF0F-6E5E38E07C8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7747036" y="3982453"/>
            <a:ext cx="822618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6D4FFA-F056-88F9-09F4-12365ABB1E65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4183138" y="3823636"/>
            <a:ext cx="1237794" cy="17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0ABE76E6-5764-AD00-544B-15628560EF45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3279967" y="2837849"/>
            <a:ext cx="518161" cy="9857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F53D09-DACB-CA40-C09F-F7FD1D5DBCC4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010381" y="2204186"/>
            <a:ext cx="884576" cy="633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A66839-36E4-2E03-EA16-02A737232627}"/>
              </a:ext>
            </a:extLst>
          </p:cNvPr>
          <p:cNvCxnSpPr>
            <a:stCxn id="6" idx="6"/>
            <a:endCxn id="7" idx="3"/>
          </p:cNvCxnSpPr>
          <p:nvPr/>
        </p:nvCxnSpPr>
        <p:spPr>
          <a:xfrm flipV="1">
            <a:off x="2010382" y="2960359"/>
            <a:ext cx="940958" cy="51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F340CD4C-7555-E033-0E85-C506BC0E410A}"/>
              </a:ext>
            </a:extLst>
          </p:cNvPr>
          <p:cNvCxnSpPr>
            <a:endCxn id="5" idx="2"/>
          </p:cNvCxnSpPr>
          <p:nvPr/>
        </p:nvCxnSpPr>
        <p:spPr>
          <a:xfrm>
            <a:off x="943276" y="1607419"/>
            <a:ext cx="682095" cy="5967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6D2A448-C868-0FA7-228B-1FB1CBB8B6FB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943276" y="220418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6556217-5E64-7D14-1A50-745EB30CCC71}"/>
              </a:ext>
            </a:extLst>
          </p:cNvPr>
          <p:cNvCxnSpPr>
            <a:cxnSpLocks/>
          </p:cNvCxnSpPr>
          <p:nvPr/>
        </p:nvCxnSpPr>
        <p:spPr>
          <a:xfrm>
            <a:off x="951681" y="3093720"/>
            <a:ext cx="682095" cy="383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E5B2409C-B7D4-AB63-D14D-366BDBA9E48E}"/>
              </a:ext>
            </a:extLst>
          </p:cNvPr>
          <p:cNvCxnSpPr>
            <a:cxnSpLocks/>
          </p:cNvCxnSpPr>
          <p:nvPr/>
        </p:nvCxnSpPr>
        <p:spPr>
          <a:xfrm flipV="1">
            <a:off x="951681" y="347712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5BCB060-C182-F873-2859-20C2B6945356}"/>
              </a:ext>
            </a:extLst>
          </p:cNvPr>
          <p:cNvCxnSpPr>
            <a:endCxn id="8" idx="3"/>
          </p:cNvCxnSpPr>
          <p:nvPr/>
        </p:nvCxnSpPr>
        <p:spPr>
          <a:xfrm flipV="1">
            <a:off x="1337912" y="3946146"/>
            <a:ext cx="2516599" cy="84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1DF2F6-6717-6FAB-A31B-0163982847D5}"/>
                  </a:ext>
                </a:extLst>
              </p:cNvPr>
              <p:cNvSpPr txBox="1"/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1DF2F6-6717-6FAB-A31B-016398284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BC5AD4-67BA-BAE7-0AEF-D8ACEA405837}"/>
                  </a:ext>
                </a:extLst>
              </p:cNvPr>
              <p:cNvSpPr txBox="1"/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BC5AD4-67BA-BAE7-0AEF-D8ACEA405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blipFill>
                <a:blip r:embed="rId4"/>
                <a:stretch>
                  <a:fillRect r="-1818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D5EA9-B553-C792-4437-A42A56D184B6}"/>
                  </a:ext>
                </a:extLst>
              </p:cNvPr>
              <p:cNvSpPr txBox="1"/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D5EA9-B553-C792-4437-A42A56D18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blipFill>
                <a:blip r:embed="rId5"/>
                <a:stretch>
                  <a:fillRect r="-1304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0C76CD-12E2-E63B-3BD1-046DA1C9E8C0}"/>
                  </a:ext>
                </a:extLst>
              </p:cNvPr>
              <p:cNvSpPr txBox="1"/>
              <p:nvPr/>
            </p:nvSpPr>
            <p:spPr>
              <a:xfrm>
                <a:off x="-1899172" y="3576814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0C76CD-12E2-E63B-3BD1-046DA1C9E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9172" y="3576814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1429FA-6B5B-0C96-9B6B-C821B40F5A67}"/>
                  </a:ext>
                </a:extLst>
              </p:cNvPr>
              <p:cNvSpPr txBox="1"/>
              <p:nvPr/>
            </p:nvSpPr>
            <p:spPr>
              <a:xfrm>
                <a:off x="-1914466" y="4864405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1429FA-6B5B-0C96-9B6B-C821B40F5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4466" y="4864405"/>
                <a:ext cx="60976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825334-12BD-5513-E7F5-3DD12406723C}"/>
                  </a:ext>
                </a:extLst>
              </p:cNvPr>
              <p:cNvSpPr txBox="1"/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825334-12BD-5513-E7F5-3DD12406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42539B6D-E6C0-EADE-879E-045333225479}"/>
              </a:ext>
            </a:extLst>
          </p:cNvPr>
          <p:cNvSpPr txBox="1"/>
          <p:nvPr/>
        </p:nvSpPr>
        <p:spPr>
          <a:xfrm>
            <a:off x="2372130" y="32234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EB22C3-9A7B-1D58-8C12-BFDA289E78CC}"/>
              </a:ext>
            </a:extLst>
          </p:cNvPr>
          <p:cNvSpPr txBox="1"/>
          <p:nvPr/>
        </p:nvSpPr>
        <p:spPr>
          <a:xfrm>
            <a:off x="3570025" y="311140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6C87EC-C72E-D3C3-5B05-3FF26432FDE2}"/>
              </a:ext>
            </a:extLst>
          </p:cNvPr>
          <p:cNvSpPr txBox="1"/>
          <p:nvPr/>
        </p:nvSpPr>
        <p:spPr>
          <a:xfrm>
            <a:off x="4651329" y="35409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4391A0-7808-4220-BC49-95D918FC14FA}"/>
              </a:ext>
            </a:extLst>
          </p:cNvPr>
          <p:cNvSpPr txBox="1"/>
          <p:nvPr/>
        </p:nvSpPr>
        <p:spPr>
          <a:xfrm>
            <a:off x="6362784" y="363507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C01B1B-ABFF-7EA6-E78C-0824B8642EE9}"/>
              </a:ext>
            </a:extLst>
          </p:cNvPr>
          <p:cNvSpPr txBox="1"/>
          <p:nvPr/>
        </p:nvSpPr>
        <p:spPr>
          <a:xfrm>
            <a:off x="7788322" y="36275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8A0572-E4A9-9752-E51F-E7096AF48BF6}"/>
              </a:ext>
            </a:extLst>
          </p:cNvPr>
          <p:cNvSpPr txBox="1"/>
          <p:nvPr/>
        </p:nvSpPr>
        <p:spPr>
          <a:xfrm>
            <a:off x="9213860" y="361629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1.37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C99DF5-BDAE-B780-EF9F-B84B08A7C967}"/>
              </a:ext>
            </a:extLst>
          </p:cNvPr>
          <p:cNvSpPr txBox="1"/>
          <p:nvPr/>
        </p:nvSpPr>
        <p:spPr>
          <a:xfrm>
            <a:off x="10734293" y="362791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0.73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52DA1D-5C0D-917D-2D6E-04BD5692BA8D}"/>
              </a:ext>
            </a:extLst>
          </p:cNvPr>
          <p:cNvCxnSpPr>
            <a:stCxn id="12" idx="6"/>
          </p:cNvCxnSpPr>
          <p:nvPr/>
        </p:nvCxnSpPr>
        <p:spPr>
          <a:xfrm flipV="1">
            <a:off x="10558224" y="3982453"/>
            <a:ext cx="926020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C213AEE-9A1D-7C3B-BD58-5E659FFD57A7}"/>
              </a:ext>
            </a:extLst>
          </p:cNvPr>
          <p:cNvSpPr/>
          <p:nvPr/>
        </p:nvSpPr>
        <p:spPr>
          <a:xfrm>
            <a:off x="1212637" y="5401159"/>
            <a:ext cx="9907397" cy="113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We’re going to backpropagate everything to understand each weight on the final output</a:t>
            </a:r>
          </a:p>
        </p:txBody>
      </p:sp>
    </p:spTree>
    <p:extLst>
      <p:ext uri="{BB962C8B-B14F-4D97-AF65-F5344CB8AC3E}">
        <p14:creationId xmlns:p14="http://schemas.microsoft.com/office/powerpoint/2010/main" val="42537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9F33-01BC-A18C-E75C-B8B4337A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207562-A662-EFFF-88B8-4426503A9C61}"/>
                  </a:ext>
                </a:extLst>
              </p:cNvPr>
              <p:cNvSpPr txBox="1"/>
              <p:nvPr/>
            </p:nvSpPr>
            <p:spPr>
              <a:xfrm>
                <a:off x="3570025" y="269507"/>
                <a:ext cx="5917517" cy="1447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 + 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207562-A662-EFFF-88B8-4426503A9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025" y="269507"/>
                <a:ext cx="5917517" cy="1447832"/>
              </a:xfrm>
              <a:prstGeom prst="rect">
                <a:avLst/>
              </a:prstGeom>
              <a:blipFill>
                <a:blip r:embed="rId2"/>
                <a:stretch>
                  <a:fillRect l="-1931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0D378A65-50BC-8F66-EC1D-7BA3973E08D1}"/>
              </a:ext>
            </a:extLst>
          </p:cNvPr>
          <p:cNvSpPr/>
          <p:nvPr/>
        </p:nvSpPr>
        <p:spPr>
          <a:xfrm>
            <a:off x="1625371" y="203093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526894-156A-79A7-9AAD-BB82FD19E2C9}"/>
              </a:ext>
            </a:extLst>
          </p:cNvPr>
          <p:cNvSpPr/>
          <p:nvPr/>
        </p:nvSpPr>
        <p:spPr>
          <a:xfrm>
            <a:off x="1625371" y="3303871"/>
            <a:ext cx="385011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B5506A-A7E6-E5DC-5C4C-8966630B819B}"/>
              </a:ext>
            </a:extLst>
          </p:cNvPr>
          <p:cNvSpPr/>
          <p:nvPr/>
        </p:nvSpPr>
        <p:spPr>
          <a:xfrm>
            <a:off x="2894957" y="2664594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093300-82F8-ECEA-3050-ABDFE2D701E3}"/>
              </a:ext>
            </a:extLst>
          </p:cNvPr>
          <p:cNvSpPr/>
          <p:nvPr/>
        </p:nvSpPr>
        <p:spPr>
          <a:xfrm>
            <a:off x="3798128" y="365038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487F32-B3CE-9953-C38E-1DD2346413E8}"/>
              </a:ext>
            </a:extLst>
          </p:cNvPr>
          <p:cNvSpPr/>
          <p:nvPr/>
        </p:nvSpPr>
        <p:spPr>
          <a:xfrm>
            <a:off x="5420932" y="3657601"/>
            <a:ext cx="675068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*-1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E0DE75-9FFC-23BF-3904-0A7A8E98A315}"/>
              </a:ext>
            </a:extLst>
          </p:cNvPr>
          <p:cNvSpPr/>
          <p:nvPr/>
        </p:nvSpPr>
        <p:spPr>
          <a:xfrm>
            <a:off x="7071967" y="3643163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9E9EDA-1B2E-9D93-50A6-9F1367F7000E}"/>
              </a:ext>
            </a:extLst>
          </p:cNvPr>
          <p:cNvSpPr/>
          <p:nvPr/>
        </p:nvSpPr>
        <p:spPr>
          <a:xfrm>
            <a:off x="8569654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+1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6EDAEF-4BAB-2861-1A82-EA83E0FA4182}"/>
              </a:ext>
            </a:extLst>
          </p:cNvPr>
          <p:cNvSpPr/>
          <p:nvPr/>
        </p:nvSpPr>
        <p:spPr>
          <a:xfrm>
            <a:off x="9883155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1\x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5BCE7A-271B-D9B0-6A90-A67272A9DD28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9244723" y="3996891"/>
            <a:ext cx="638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C53D7D-83E2-B354-9858-010407EBFA7A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6096000" y="3982453"/>
            <a:ext cx="975967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23E1A2-63C7-B33B-280D-E4CC04CF518F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7747036" y="3982453"/>
            <a:ext cx="822618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CC755B-4E30-BC92-1E4A-08B1325C1619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4183138" y="3823636"/>
            <a:ext cx="1237794" cy="17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4BEE2E1-8D2D-91E2-3425-55B8B8C4452B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3279967" y="2837849"/>
            <a:ext cx="518161" cy="9857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28959C-FCE8-7F00-BE73-8EA6B4967AE1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010381" y="2204186"/>
            <a:ext cx="884576" cy="633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7F2E52F-163E-A2A3-C9A4-81C1C7B9CFA9}"/>
              </a:ext>
            </a:extLst>
          </p:cNvPr>
          <p:cNvCxnSpPr>
            <a:stCxn id="6" idx="6"/>
            <a:endCxn id="7" idx="3"/>
          </p:cNvCxnSpPr>
          <p:nvPr/>
        </p:nvCxnSpPr>
        <p:spPr>
          <a:xfrm flipV="1">
            <a:off x="2010382" y="2960359"/>
            <a:ext cx="940958" cy="51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85FBD82-D388-0CD2-BCCD-7212B5BA4CC2}"/>
              </a:ext>
            </a:extLst>
          </p:cNvPr>
          <p:cNvCxnSpPr>
            <a:endCxn id="5" idx="2"/>
          </p:cNvCxnSpPr>
          <p:nvPr/>
        </p:nvCxnSpPr>
        <p:spPr>
          <a:xfrm>
            <a:off x="943276" y="1607419"/>
            <a:ext cx="682095" cy="5967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984B7FD-145A-C316-DC15-80B5BA550326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943276" y="220418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2B9F4FA-4D48-9E6D-328F-E1CAB30CE88B}"/>
              </a:ext>
            </a:extLst>
          </p:cNvPr>
          <p:cNvCxnSpPr>
            <a:cxnSpLocks/>
          </p:cNvCxnSpPr>
          <p:nvPr/>
        </p:nvCxnSpPr>
        <p:spPr>
          <a:xfrm>
            <a:off x="951681" y="3093720"/>
            <a:ext cx="682095" cy="383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F8C663D-8579-E2BB-5743-1F5BA3A412A4}"/>
              </a:ext>
            </a:extLst>
          </p:cNvPr>
          <p:cNvCxnSpPr>
            <a:cxnSpLocks/>
          </p:cNvCxnSpPr>
          <p:nvPr/>
        </p:nvCxnSpPr>
        <p:spPr>
          <a:xfrm flipV="1">
            <a:off x="951681" y="347712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93835D-D8C5-4D2F-5FBC-62039CAFB848}"/>
              </a:ext>
            </a:extLst>
          </p:cNvPr>
          <p:cNvCxnSpPr>
            <a:endCxn id="8" idx="3"/>
          </p:cNvCxnSpPr>
          <p:nvPr/>
        </p:nvCxnSpPr>
        <p:spPr>
          <a:xfrm flipV="1">
            <a:off x="1337912" y="3946146"/>
            <a:ext cx="2516599" cy="84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F9C20D-D026-DDE2-26EA-5C892E2E42E9}"/>
                  </a:ext>
                </a:extLst>
              </p:cNvPr>
              <p:cNvSpPr txBox="1"/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F9C20D-D026-DDE2-26EA-5C892E2E4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7B91B5-FE21-699C-5C97-5071D796707E}"/>
                  </a:ext>
                </a:extLst>
              </p:cNvPr>
              <p:cNvSpPr txBox="1"/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7B91B5-FE21-699C-5C97-5071D7967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blipFill>
                <a:blip r:embed="rId4"/>
                <a:stretch>
                  <a:fillRect l="-13636" r="-4090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BE78C7-D9CA-4F93-E107-9A38F9F2FE3E}"/>
                  </a:ext>
                </a:extLst>
              </p:cNvPr>
              <p:cNvSpPr txBox="1"/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BE78C7-D9CA-4F93-E107-9A38F9F2F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blipFill>
                <a:blip r:embed="rId5"/>
                <a:stretch>
                  <a:fillRect l="-13043" r="-3478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759A6F7-69A6-41DA-6ECA-9DF07599B0E8}"/>
                  </a:ext>
                </a:extLst>
              </p:cNvPr>
              <p:cNvSpPr txBox="1"/>
              <p:nvPr/>
            </p:nvSpPr>
            <p:spPr>
              <a:xfrm>
                <a:off x="-1836165" y="3592761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759A6F7-69A6-41DA-6ECA-9DF07599B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6165" y="3592761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5FCC95E-84BD-26CB-E135-46F8E94FFE97}"/>
                  </a:ext>
                </a:extLst>
              </p:cNvPr>
              <p:cNvSpPr txBox="1"/>
              <p:nvPr/>
            </p:nvSpPr>
            <p:spPr>
              <a:xfrm>
                <a:off x="-1836165" y="4424697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5FCC95E-84BD-26CB-E135-46F8E94FF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6165" y="4424697"/>
                <a:ext cx="60976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386896-9858-C16E-FE35-AE07DBE07DA8}"/>
                  </a:ext>
                </a:extLst>
              </p:cNvPr>
              <p:cNvSpPr txBox="1"/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386896-9858-C16E-FE35-AE07DBE0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EEE7ECA-40D0-7912-95AB-7735E2FB3364}"/>
              </a:ext>
            </a:extLst>
          </p:cNvPr>
          <p:cNvSpPr txBox="1"/>
          <p:nvPr/>
        </p:nvSpPr>
        <p:spPr>
          <a:xfrm>
            <a:off x="2372130" y="32234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891527-DEB7-EE6E-0B6E-981D928EE8ED}"/>
              </a:ext>
            </a:extLst>
          </p:cNvPr>
          <p:cNvSpPr txBox="1"/>
          <p:nvPr/>
        </p:nvSpPr>
        <p:spPr>
          <a:xfrm>
            <a:off x="3570025" y="311140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5CE620-B7B7-64A5-5FB1-1414083C0A3F}"/>
              </a:ext>
            </a:extLst>
          </p:cNvPr>
          <p:cNvSpPr txBox="1"/>
          <p:nvPr/>
        </p:nvSpPr>
        <p:spPr>
          <a:xfrm>
            <a:off x="4651329" y="35409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70B9C5-BFE4-6E15-C0BC-8459653DB454}"/>
              </a:ext>
            </a:extLst>
          </p:cNvPr>
          <p:cNvSpPr txBox="1"/>
          <p:nvPr/>
        </p:nvSpPr>
        <p:spPr>
          <a:xfrm>
            <a:off x="6362784" y="363507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A5A553-0E56-FFDC-250A-F7E6F23B6FD2}"/>
              </a:ext>
            </a:extLst>
          </p:cNvPr>
          <p:cNvSpPr txBox="1"/>
          <p:nvPr/>
        </p:nvSpPr>
        <p:spPr>
          <a:xfrm>
            <a:off x="7788322" y="36275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D695B9-2D45-6619-D3FF-A960B682B835}"/>
              </a:ext>
            </a:extLst>
          </p:cNvPr>
          <p:cNvSpPr txBox="1"/>
          <p:nvPr/>
        </p:nvSpPr>
        <p:spPr>
          <a:xfrm>
            <a:off x="9213860" y="361629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1.37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7BF2B0-8A10-33BB-1DCD-4AEE0746D1C4}"/>
              </a:ext>
            </a:extLst>
          </p:cNvPr>
          <p:cNvSpPr txBox="1"/>
          <p:nvPr/>
        </p:nvSpPr>
        <p:spPr>
          <a:xfrm>
            <a:off x="10734293" y="362791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0.73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8EA8478-921B-FF88-B463-D285124BED7B}"/>
              </a:ext>
            </a:extLst>
          </p:cNvPr>
          <p:cNvCxnSpPr>
            <a:stCxn id="12" idx="6"/>
          </p:cNvCxnSpPr>
          <p:nvPr/>
        </p:nvCxnSpPr>
        <p:spPr>
          <a:xfrm flipV="1">
            <a:off x="10558224" y="3982453"/>
            <a:ext cx="926020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F56599-2480-1BC2-E49B-531C8BD45428}"/>
                  </a:ext>
                </a:extLst>
              </p:cNvPr>
              <p:cNvSpPr txBox="1"/>
              <p:nvPr/>
            </p:nvSpPr>
            <p:spPr>
              <a:xfrm>
                <a:off x="10772768" y="4046713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F56599-2480-1BC2-E49B-531C8BD4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768" y="4046713"/>
                <a:ext cx="496931" cy="276999"/>
              </a:xfrm>
              <a:prstGeom prst="rect">
                <a:avLst/>
              </a:prstGeom>
              <a:blipFill>
                <a:blip r:embed="rId9"/>
                <a:stretch>
                  <a:fillRect l="-10000" r="-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9DC4ED-70D0-F0D4-ADAA-50B754D60E66}"/>
                  </a:ext>
                </a:extLst>
              </p:cNvPr>
              <p:cNvSpPr txBox="1"/>
              <p:nvPr/>
            </p:nvSpPr>
            <p:spPr>
              <a:xfrm>
                <a:off x="9213860" y="4083519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−0.53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9DC4ED-70D0-F0D4-ADAA-50B754D6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860" y="4083519"/>
                <a:ext cx="573875" cy="276999"/>
              </a:xfrm>
              <a:prstGeom prst="rect">
                <a:avLst/>
              </a:prstGeom>
              <a:blipFill>
                <a:blip r:embed="rId10"/>
                <a:stretch>
                  <a:fillRect r="-869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8D3A99-651C-230F-FBF1-7AA41F1E24A3}"/>
                  </a:ext>
                </a:extLst>
              </p:cNvPr>
              <p:cNvSpPr txBox="1"/>
              <p:nvPr/>
            </p:nvSpPr>
            <p:spPr>
              <a:xfrm>
                <a:off x="9078702" y="2779014"/>
                <a:ext cx="216161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1.37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1.00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=−0.53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8D3A99-651C-230F-FBF1-7AA41F1E2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702" y="2779014"/>
                <a:ext cx="2161617" cy="520399"/>
              </a:xfrm>
              <a:prstGeom prst="rect">
                <a:avLst/>
              </a:prstGeom>
              <a:blipFill>
                <a:blip r:embed="rId11"/>
                <a:stretch>
                  <a:fillRect l="-1744" t="-4762" r="-6977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BBF03E-1C07-E33F-6D01-1A375EC144C2}"/>
                  </a:ext>
                </a:extLst>
              </p:cNvPr>
              <p:cNvSpPr txBox="1"/>
              <p:nvPr/>
            </p:nvSpPr>
            <p:spPr>
              <a:xfrm>
                <a:off x="7805941" y="4092764"/>
                <a:ext cx="5491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−0.53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BBF03E-1C07-E33F-6D01-1A375EC14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41" y="4092764"/>
                <a:ext cx="549169" cy="276999"/>
              </a:xfrm>
              <a:prstGeom prst="rect">
                <a:avLst/>
              </a:prstGeom>
              <a:blipFill>
                <a:blip r:embed="rId12"/>
                <a:stretch>
                  <a:fillRect l="-2222" r="-888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782784-0FB6-E73A-130D-3536A5CADC0B}"/>
                  </a:ext>
                </a:extLst>
              </p:cNvPr>
              <p:cNvSpPr txBox="1"/>
              <p:nvPr/>
            </p:nvSpPr>
            <p:spPr>
              <a:xfrm>
                <a:off x="6241845" y="4037055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782784-0FB6-E73A-130D-3536A5CA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845" y="4037055"/>
                <a:ext cx="573875" cy="276999"/>
              </a:xfrm>
              <a:prstGeom prst="rect">
                <a:avLst/>
              </a:prstGeom>
              <a:blipFill>
                <a:blip r:embed="rId13"/>
                <a:stretch>
                  <a:fillRect r="-652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206182-6491-195E-F625-2C93503B9135}"/>
                  </a:ext>
                </a:extLst>
              </p:cNvPr>
              <p:cNvSpPr txBox="1"/>
              <p:nvPr/>
            </p:nvSpPr>
            <p:spPr>
              <a:xfrm>
                <a:off x="4533335" y="403164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206182-6491-195E-F625-2C93503B9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335" y="4031646"/>
                <a:ext cx="496931" cy="276999"/>
              </a:xfrm>
              <a:prstGeom prst="rect">
                <a:avLst/>
              </a:prstGeom>
              <a:blipFill>
                <a:blip r:embed="rId14"/>
                <a:stretch>
                  <a:fillRect l="-10256" r="-1025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2F42D2-E026-DFE1-5899-14DA23B368B6}"/>
                  </a:ext>
                </a:extLst>
              </p:cNvPr>
              <p:cNvSpPr txBox="1"/>
              <p:nvPr/>
            </p:nvSpPr>
            <p:spPr>
              <a:xfrm>
                <a:off x="995784" y="4885714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2F42D2-E026-DFE1-5899-14DA23B3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84" y="4885714"/>
                <a:ext cx="496931" cy="276999"/>
              </a:xfrm>
              <a:prstGeom prst="rect">
                <a:avLst/>
              </a:prstGeom>
              <a:blipFill>
                <a:blip r:embed="rId15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110B2C32-1BE8-1B6B-37BB-53097F3479D6}"/>
              </a:ext>
            </a:extLst>
          </p:cNvPr>
          <p:cNvSpPr/>
          <p:nvPr/>
        </p:nvSpPr>
        <p:spPr>
          <a:xfrm>
            <a:off x="2082072" y="5271932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1D9E0C-276F-0FC6-0881-86432556BE9E}"/>
              </a:ext>
            </a:extLst>
          </p:cNvPr>
          <p:cNvSpPr txBox="1"/>
          <p:nvPr/>
        </p:nvSpPr>
        <p:spPr>
          <a:xfrm>
            <a:off x="2566499" y="5271932"/>
            <a:ext cx="277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Gradient Distributor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699E75-EAF6-6CE0-78E5-70C615AC5DD1}"/>
                  </a:ext>
                </a:extLst>
              </p:cNvPr>
              <p:cNvSpPr txBox="1"/>
              <p:nvPr/>
            </p:nvSpPr>
            <p:spPr>
              <a:xfrm>
                <a:off x="2992288" y="3123122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699E75-EAF6-6CE0-78E5-70C615AC5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288" y="3123122"/>
                <a:ext cx="496931" cy="276999"/>
              </a:xfrm>
              <a:prstGeom prst="rect">
                <a:avLst/>
              </a:prstGeom>
              <a:blipFill>
                <a:blip r:embed="rId16"/>
                <a:stretch>
                  <a:fillRect l="-10000" r="-1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251B08-EA79-6AE3-CBB0-A372E9BBA5C4}"/>
                  </a:ext>
                </a:extLst>
              </p:cNvPr>
              <p:cNvSpPr txBox="1"/>
              <p:nvPr/>
            </p:nvSpPr>
            <p:spPr>
              <a:xfrm>
                <a:off x="2021896" y="248360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251B08-EA79-6AE3-CBB0-A372E9BB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896" y="2483606"/>
                <a:ext cx="496931" cy="276999"/>
              </a:xfrm>
              <a:prstGeom prst="rect">
                <a:avLst/>
              </a:prstGeom>
              <a:blipFill>
                <a:blip r:embed="rId17"/>
                <a:stretch>
                  <a:fillRect l="-10000" r="-1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36EA61-7027-F58E-FC6F-5B6D25E216FD}"/>
                  </a:ext>
                </a:extLst>
              </p:cNvPr>
              <p:cNvSpPr txBox="1"/>
              <p:nvPr/>
            </p:nvSpPr>
            <p:spPr>
              <a:xfrm>
                <a:off x="2082072" y="297670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36EA61-7027-F58E-FC6F-5B6D25E21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072" y="2976706"/>
                <a:ext cx="496931" cy="276999"/>
              </a:xfrm>
              <a:prstGeom prst="rect">
                <a:avLst/>
              </a:prstGeom>
              <a:blipFill>
                <a:blip r:embed="rId14"/>
                <a:stretch>
                  <a:fillRect l="-10000" r="-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57C122-56CB-36FA-2824-3D0627D67CF6}"/>
                  </a:ext>
                </a:extLst>
              </p:cNvPr>
              <p:cNvSpPr txBox="1"/>
              <p:nvPr/>
            </p:nvSpPr>
            <p:spPr>
              <a:xfrm>
                <a:off x="718853" y="1624052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57C122-56CB-36FA-2824-3D0627D67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53" y="1624052"/>
                <a:ext cx="573875" cy="276999"/>
              </a:xfrm>
              <a:prstGeom prst="rect">
                <a:avLst/>
              </a:prstGeom>
              <a:blipFill>
                <a:blip r:embed="rId18"/>
                <a:stretch>
                  <a:fillRect r="-869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2AEEF0-AF95-BD90-CE56-563F44A5B2FE}"/>
                  </a:ext>
                </a:extLst>
              </p:cNvPr>
              <p:cNvSpPr txBox="1"/>
              <p:nvPr/>
            </p:nvSpPr>
            <p:spPr>
              <a:xfrm>
                <a:off x="377806" y="2350737"/>
                <a:ext cx="44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2AEEF0-AF95-BD90-CE56-563F44A5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06" y="2350737"/>
                <a:ext cx="445635" cy="276999"/>
              </a:xfrm>
              <a:prstGeom prst="rect">
                <a:avLst/>
              </a:prstGeom>
              <a:blipFill>
                <a:blip r:embed="rId19"/>
                <a:stretch>
                  <a:fillRect r="-1111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0DA87086-E2D4-0629-5A34-BA5B0EE498EA}"/>
              </a:ext>
            </a:extLst>
          </p:cNvPr>
          <p:cNvSpPr/>
          <p:nvPr/>
        </p:nvSpPr>
        <p:spPr>
          <a:xfrm>
            <a:off x="1861524" y="5900268"/>
            <a:ext cx="817673" cy="681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47E924-815F-7B27-16AB-5D706DBFC379}"/>
              </a:ext>
            </a:extLst>
          </p:cNvPr>
          <p:cNvSpPr txBox="1"/>
          <p:nvPr/>
        </p:nvSpPr>
        <p:spPr>
          <a:xfrm>
            <a:off x="2755466" y="6056332"/>
            <a:ext cx="277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Gradient Router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CD5C563E-C871-6B1E-7611-E91AB90DAC8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01611" y="5195549"/>
            <a:ext cx="2157827" cy="16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3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3" grpId="0"/>
      <p:bldP spid="25" grpId="0"/>
      <p:bldP spid="29" grpId="0" animBg="1"/>
      <p:bldP spid="33" grpId="0"/>
      <p:bldP spid="36" grpId="0"/>
      <p:bldP spid="41" grpId="0"/>
      <p:bldP spid="42" grpId="0"/>
      <p:bldP spid="43" grpId="0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C83C-A13C-E441-6811-FFB434D0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922D6-75AA-4294-042F-25C686FFF368}"/>
              </a:ext>
            </a:extLst>
          </p:cNvPr>
          <p:cNvSpPr/>
          <p:nvPr/>
        </p:nvSpPr>
        <p:spPr>
          <a:xfrm>
            <a:off x="5197642" y="2760605"/>
            <a:ext cx="6728059" cy="24021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418591-2474-DD91-B939-7CA1F24B75F7}"/>
              </a:ext>
            </a:extLst>
          </p:cNvPr>
          <p:cNvSpPr/>
          <p:nvPr/>
        </p:nvSpPr>
        <p:spPr>
          <a:xfrm>
            <a:off x="1625371" y="203093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C7114B-CC1B-B334-4E41-604F1088022F}"/>
              </a:ext>
            </a:extLst>
          </p:cNvPr>
          <p:cNvSpPr/>
          <p:nvPr/>
        </p:nvSpPr>
        <p:spPr>
          <a:xfrm>
            <a:off x="1625371" y="3303871"/>
            <a:ext cx="385011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57C651-EACA-DF1E-7DCE-67EE056CFEF1}"/>
              </a:ext>
            </a:extLst>
          </p:cNvPr>
          <p:cNvSpPr/>
          <p:nvPr/>
        </p:nvSpPr>
        <p:spPr>
          <a:xfrm>
            <a:off x="2894957" y="2664594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91BEA-FC3D-6FED-64F7-2423254EF8F4}"/>
              </a:ext>
            </a:extLst>
          </p:cNvPr>
          <p:cNvSpPr/>
          <p:nvPr/>
        </p:nvSpPr>
        <p:spPr>
          <a:xfrm>
            <a:off x="3798128" y="3650381"/>
            <a:ext cx="385010" cy="346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186009-517D-201E-B29A-1944059C4F56}"/>
              </a:ext>
            </a:extLst>
          </p:cNvPr>
          <p:cNvSpPr/>
          <p:nvPr/>
        </p:nvSpPr>
        <p:spPr>
          <a:xfrm>
            <a:off x="5420932" y="3657601"/>
            <a:ext cx="675068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*-1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1C8B21-3D27-E4F2-9F6D-6495C0193B2D}"/>
              </a:ext>
            </a:extLst>
          </p:cNvPr>
          <p:cNvSpPr/>
          <p:nvPr/>
        </p:nvSpPr>
        <p:spPr>
          <a:xfrm>
            <a:off x="7071967" y="3643163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C038D4-1E40-1570-EEDE-5AB20A35AA4E}"/>
              </a:ext>
            </a:extLst>
          </p:cNvPr>
          <p:cNvSpPr/>
          <p:nvPr/>
        </p:nvSpPr>
        <p:spPr>
          <a:xfrm>
            <a:off x="8569654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+1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852845-0700-D92A-1681-7FAAD438A97A}"/>
              </a:ext>
            </a:extLst>
          </p:cNvPr>
          <p:cNvSpPr/>
          <p:nvPr/>
        </p:nvSpPr>
        <p:spPr>
          <a:xfrm>
            <a:off x="9883155" y="3657601"/>
            <a:ext cx="675069" cy="678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1\x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4F9FC1-6108-E5B5-B012-CE32C32296FD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9244723" y="3996891"/>
            <a:ext cx="638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77FD20-B311-4F62-FF7E-CE3A68B16475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6096000" y="3982453"/>
            <a:ext cx="975967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583D37-1FEE-F9B7-77BB-E62F44259D87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7747036" y="3982453"/>
            <a:ext cx="822618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D0750F-6621-8A78-A618-ED6EB99C1B89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4183138" y="3823636"/>
            <a:ext cx="1237794" cy="17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3502F993-BAD3-0607-088C-9654C53BA5C7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3279967" y="2837849"/>
            <a:ext cx="518161" cy="9857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012533-867F-BC91-02D7-21CE5D97674C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010381" y="2204186"/>
            <a:ext cx="884576" cy="633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4BA47EE-AC66-A428-72DA-B1E077CC08AF}"/>
              </a:ext>
            </a:extLst>
          </p:cNvPr>
          <p:cNvCxnSpPr>
            <a:stCxn id="6" idx="6"/>
            <a:endCxn id="7" idx="3"/>
          </p:cNvCxnSpPr>
          <p:nvPr/>
        </p:nvCxnSpPr>
        <p:spPr>
          <a:xfrm flipV="1">
            <a:off x="2010382" y="2960359"/>
            <a:ext cx="940958" cy="51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071E695-FC1E-D239-BA3C-FF3948215448}"/>
              </a:ext>
            </a:extLst>
          </p:cNvPr>
          <p:cNvCxnSpPr>
            <a:endCxn id="5" idx="2"/>
          </p:cNvCxnSpPr>
          <p:nvPr/>
        </p:nvCxnSpPr>
        <p:spPr>
          <a:xfrm>
            <a:off x="943276" y="1607419"/>
            <a:ext cx="682095" cy="5967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34D4952-062F-6235-EA82-F1CD7A6D67D5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943276" y="220418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E924F3B-A2C7-7E15-54FE-6BC4C5FB4484}"/>
              </a:ext>
            </a:extLst>
          </p:cNvPr>
          <p:cNvCxnSpPr>
            <a:cxnSpLocks/>
          </p:cNvCxnSpPr>
          <p:nvPr/>
        </p:nvCxnSpPr>
        <p:spPr>
          <a:xfrm>
            <a:off x="951681" y="3093720"/>
            <a:ext cx="682095" cy="383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D0146707-3778-CC06-BB80-C0AF79AE0B72}"/>
              </a:ext>
            </a:extLst>
          </p:cNvPr>
          <p:cNvCxnSpPr>
            <a:cxnSpLocks/>
          </p:cNvCxnSpPr>
          <p:nvPr/>
        </p:nvCxnSpPr>
        <p:spPr>
          <a:xfrm flipV="1">
            <a:off x="951681" y="3477126"/>
            <a:ext cx="682095" cy="4235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94B07E-33EC-8863-5845-D25846808410}"/>
              </a:ext>
            </a:extLst>
          </p:cNvPr>
          <p:cNvCxnSpPr>
            <a:endCxn id="8" idx="3"/>
          </p:cNvCxnSpPr>
          <p:nvPr/>
        </p:nvCxnSpPr>
        <p:spPr>
          <a:xfrm flipV="1">
            <a:off x="1337912" y="3946146"/>
            <a:ext cx="2516599" cy="84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3BA77C-3DB7-08FB-82C2-4DE7456F1342}"/>
                  </a:ext>
                </a:extLst>
              </p:cNvPr>
              <p:cNvSpPr txBox="1"/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3BA77C-3DB7-08FB-82C2-4DE7456F1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7" y="1338367"/>
                <a:ext cx="192360" cy="276999"/>
              </a:xfrm>
              <a:prstGeom prst="rect">
                <a:avLst/>
              </a:prstGeom>
              <a:blipFill>
                <a:blip r:embed="rId2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5C6537-04B5-A26C-796D-F7B9F41705F9}"/>
                  </a:ext>
                </a:extLst>
              </p:cNvPr>
              <p:cNvSpPr txBox="1"/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5C6537-04B5-A26C-796D-F7B9F4170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84" y="2318347"/>
                <a:ext cx="269304" cy="276999"/>
              </a:xfrm>
              <a:prstGeom prst="rect">
                <a:avLst/>
              </a:prstGeom>
              <a:blipFill>
                <a:blip r:embed="rId3"/>
                <a:stretch>
                  <a:fillRect l="-13636" r="-4090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FE4C5D-6845-4E36-8027-6194FE768041}"/>
                  </a:ext>
                </a:extLst>
              </p:cNvPr>
              <p:cNvSpPr txBox="1"/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FE4C5D-6845-4E36-8027-6194FE768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78" y="2821859"/>
                <a:ext cx="269304" cy="276999"/>
              </a:xfrm>
              <a:prstGeom prst="rect">
                <a:avLst/>
              </a:prstGeom>
              <a:blipFill>
                <a:blip r:embed="rId4"/>
                <a:stretch>
                  <a:fillRect l="-13043" r="-3478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114EA87-A700-0606-AE96-55431FDCBC49}"/>
                  </a:ext>
                </a:extLst>
              </p:cNvPr>
              <p:cNvSpPr txBox="1"/>
              <p:nvPr/>
            </p:nvSpPr>
            <p:spPr>
              <a:xfrm>
                <a:off x="-1899172" y="3576814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114EA87-A700-0606-AE96-55431FDCB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9172" y="3576814"/>
                <a:ext cx="60976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62C0F05-BA5F-E7D8-DA7B-A904708A2CAF}"/>
                  </a:ext>
                </a:extLst>
              </p:cNvPr>
              <p:cNvSpPr txBox="1"/>
              <p:nvPr/>
            </p:nvSpPr>
            <p:spPr>
              <a:xfrm>
                <a:off x="-1836165" y="4424697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62C0F05-BA5F-E7D8-DA7B-A904708A2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6165" y="4424697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B8B216-F522-D15C-E3AA-1E38D0EA8CB6}"/>
                  </a:ext>
                </a:extLst>
              </p:cNvPr>
              <p:cNvSpPr txBox="1"/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B8B216-F522-D15C-E3AA-1E38D0EA8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941" y="2102603"/>
                <a:ext cx="60976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5E5B0776-F82A-80B0-503C-03C13E1A62B7}"/>
              </a:ext>
            </a:extLst>
          </p:cNvPr>
          <p:cNvSpPr txBox="1"/>
          <p:nvPr/>
        </p:nvSpPr>
        <p:spPr>
          <a:xfrm>
            <a:off x="2372130" y="32234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14CC09-7E57-9EF0-2B66-B100E33B9FAD}"/>
              </a:ext>
            </a:extLst>
          </p:cNvPr>
          <p:cNvSpPr txBox="1"/>
          <p:nvPr/>
        </p:nvSpPr>
        <p:spPr>
          <a:xfrm>
            <a:off x="3570025" y="311140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363B5B-B849-1DB9-E3CC-7B4EF4EA30BA}"/>
              </a:ext>
            </a:extLst>
          </p:cNvPr>
          <p:cNvSpPr txBox="1"/>
          <p:nvPr/>
        </p:nvSpPr>
        <p:spPr>
          <a:xfrm>
            <a:off x="4651329" y="35409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83858A-E3D0-D633-7135-F48EB341EB36}"/>
              </a:ext>
            </a:extLst>
          </p:cNvPr>
          <p:cNvSpPr txBox="1"/>
          <p:nvPr/>
        </p:nvSpPr>
        <p:spPr>
          <a:xfrm>
            <a:off x="6362784" y="363507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101DB7-103E-A910-4AA9-738F8F6D3056}"/>
              </a:ext>
            </a:extLst>
          </p:cNvPr>
          <p:cNvSpPr txBox="1"/>
          <p:nvPr/>
        </p:nvSpPr>
        <p:spPr>
          <a:xfrm>
            <a:off x="7788322" y="36275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DD0346-0F61-2E1E-FB5B-10626C45EF02}"/>
              </a:ext>
            </a:extLst>
          </p:cNvPr>
          <p:cNvSpPr txBox="1"/>
          <p:nvPr/>
        </p:nvSpPr>
        <p:spPr>
          <a:xfrm>
            <a:off x="9213860" y="361629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1.37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6B082E-7A51-7942-5CA5-7DB0CEE26BA8}"/>
              </a:ext>
            </a:extLst>
          </p:cNvPr>
          <p:cNvSpPr txBox="1"/>
          <p:nvPr/>
        </p:nvSpPr>
        <p:spPr>
          <a:xfrm>
            <a:off x="10734293" y="362791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0.73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EBC41D2-D21A-3FB9-87D3-49B55ECE9642}"/>
              </a:ext>
            </a:extLst>
          </p:cNvPr>
          <p:cNvCxnSpPr>
            <a:stCxn id="12" idx="6"/>
          </p:cNvCxnSpPr>
          <p:nvPr/>
        </p:nvCxnSpPr>
        <p:spPr>
          <a:xfrm flipV="1">
            <a:off x="10558224" y="3982453"/>
            <a:ext cx="926020" cy="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A61711-07C1-66EB-77F4-FF42EB860193}"/>
                  </a:ext>
                </a:extLst>
              </p:cNvPr>
              <p:cNvSpPr txBox="1"/>
              <p:nvPr/>
            </p:nvSpPr>
            <p:spPr>
              <a:xfrm>
                <a:off x="10772768" y="4046713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A61711-07C1-66EB-77F4-FF42EB860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768" y="4046713"/>
                <a:ext cx="496931" cy="276999"/>
              </a:xfrm>
              <a:prstGeom prst="rect">
                <a:avLst/>
              </a:prstGeom>
              <a:blipFill>
                <a:blip r:embed="rId7"/>
                <a:stretch>
                  <a:fillRect l="-10000" r="-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95D8C0-72F2-3DBE-216C-223D54EE9205}"/>
                  </a:ext>
                </a:extLst>
              </p:cNvPr>
              <p:cNvSpPr txBox="1"/>
              <p:nvPr/>
            </p:nvSpPr>
            <p:spPr>
              <a:xfrm>
                <a:off x="9213860" y="4083519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−0.53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95D8C0-72F2-3DBE-216C-223D54EE9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860" y="4083519"/>
                <a:ext cx="573875" cy="276999"/>
              </a:xfrm>
              <a:prstGeom prst="rect">
                <a:avLst/>
              </a:prstGeom>
              <a:blipFill>
                <a:blip r:embed="rId8"/>
                <a:stretch>
                  <a:fillRect l="-6522" r="-1956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F73031-54C9-5C5C-B81B-920C906D9F55}"/>
                  </a:ext>
                </a:extLst>
              </p:cNvPr>
              <p:cNvSpPr txBox="1"/>
              <p:nvPr/>
            </p:nvSpPr>
            <p:spPr>
              <a:xfrm>
                <a:off x="7805941" y="4092764"/>
                <a:ext cx="5491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−0.53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F73031-54C9-5C5C-B81B-920C906D9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41" y="4092764"/>
                <a:ext cx="549169" cy="276999"/>
              </a:xfrm>
              <a:prstGeom prst="rect">
                <a:avLst/>
              </a:prstGeom>
              <a:blipFill>
                <a:blip r:embed="rId9"/>
                <a:stretch>
                  <a:fillRect l="-6667" r="-2222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1C1194-3E55-CD7A-BD39-EB635029C533}"/>
                  </a:ext>
                </a:extLst>
              </p:cNvPr>
              <p:cNvSpPr txBox="1"/>
              <p:nvPr/>
            </p:nvSpPr>
            <p:spPr>
              <a:xfrm>
                <a:off x="6241845" y="4037055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1C1194-3E55-CD7A-BD39-EB635029C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845" y="4037055"/>
                <a:ext cx="573875" cy="276999"/>
              </a:xfrm>
              <a:prstGeom prst="rect">
                <a:avLst/>
              </a:prstGeom>
              <a:blipFill>
                <a:blip r:embed="rId10"/>
                <a:stretch>
                  <a:fillRect l="-6522" r="-1739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5F9118F-DD6C-56DF-6279-DDE9CF2B1701}"/>
                  </a:ext>
                </a:extLst>
              </p:cNvPr>
              <p:cNvSpPr txBox="1"/>
              <p:nvPr/>
            </p:nvSpPr>
            <p:spPr>
              <a:xfrm>
                <a:off x="4533335" y="403164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5F9118F-DD6C-56DF-6279-DDE9CF2B1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335" y="4031646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l="-10256" r="-1025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D7AE41-4423-323A-464C-A2A19869E07A}"/>
                  </a:ext>
                </a:extLst>
              </p:cNvPr>
              <p:cNvSpPr txBox="1"/>
              <p:nvPr/>
            </p:nvSpPr>
            <p:spPr>
              <a:xfrm>
                <a:off x="995784" y="4885714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D7AE41-4423-323A-464C-A2A19869E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84" y="4885714"/>
                <a:ext cx="496931" cy="276999"/>
              </a:xfrm>
              <a:prstGeom prst="rect">
                <a:avLst/>
              </a:prstGeom>
              <a:blipFill>
                <a:blip r:embed="rId12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2639821-8451-D7DE-6ABF-A1962CCB973A}"/>
                  </a:ext>
                </a:extLst>
              </p:cNvPr>
              <p:cNvSpPr txBox="1"/>
              <p:nvPr/>
            </p:nvSpPr>
            <p:spPr>
              <a:xfrm>
                <a:off x="2992288" y="3123122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2639821-8451-D7DE-6ABF-A1962CCB9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288" y="3123122"/>
                <a:ext cx="496931" cy="276999"/>
              </a:xfrm>
              <a:prstGeom prst="rect">
                <a:avLst/>
              </a:prstGeom>
              <a:blipFill>
                <a:blip r:embed="rId13"/>
                <a:stretch>
                  <a:fillRect l="-10000" r="-1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337C7D-D186-4F17-26D6-660C4CB43794}"/>
                  </a:ext>
                </a:extLst>
              </p:cNvPr>
              <p:cNvSpPr txBox="1"/>
              <p:nvPr/>
            </p:nvSpPr>
            <p:spPr>
              <a:xfrm>
                <a:off x="2021896" y="248360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337C7D-D186-4F17-26D6-660C4CB43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896" y="2483606"/>
                <a:ext cx="496931" cy="276999"/>
              </a:xfrm>
              <a:prstGeom prst="rect">
                <a:avLst/>
              </a:prstGeom>
              <a:blipFill>
                <a:blip r:embed="rId14"/>
                <a:stretch>
                  <a:fillRect l="-10000" r="-1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D116F0-FF49-9B40-9F2A-66EE882B4649}"/>
                  </a:ext>
                </a:extLst>
              </p:cNvPr>
              <p:cNvSpPr txBox="1"/>
              <p:nvPr/>
            </p:nvSpPr>
            <p:spPr>
              <a:xfrm>
                <a:off x="2082072" y="297670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D116F0-FF49-9B40-9F2A-66EE882B4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072" y="2976706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l="-10000" r="-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0076656-256E-1382-0AEB-065B948B9BF5}"/>
                  </a:ext>
                </a:extLst>
              </p:cNvPr>
              <p:cNvSpPr txBox="1"/>
              <p:nvPr/>
            </p:nvSpPr>
            <p:spPr>
              <a:xfrm>
                <a:off x="718853" y="1624052"/>
                <a:ext cx="573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−0.20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0076656-256E-1382-0AEB-065B948B9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53" y="1624052"/>
                <a:ext cx="573875" cy="276999"/>
              </a:xfrm>
              <a:prstGeom prst="rect">
                <a:avLst/>
              </a:prstGeom>
              <a:blipFill>
                <a:blip r:embed="rId15"/>
                <a:stretch>
                  <a:fillRect l="-6522" r="-1739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D5642A8-2176-8469-F9AE-80B7D5DBA240}"/>
                  </a:ext>
                </a:extLst>
              </p:cNvPr>
              <p:cNvSpPr txBox="1"/>
              <p:nvPr/>
            </p:nvSpPr>
            <p:spPr>
              <a:xfrm>
                <a:off x="377806" y="2350737"/>
                <a:ext cx="44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D5642A8-2176-8469-F9AE-80B7D5DBA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06" y="2350737"/>
                <a:ext cx="445635" cy="276999"/>
              </a:xfrm>
              <a:prstGeom prst="rect">
                <a:avLst/>
              </a:prstGeom>
              <a:blipFill>
                <a:blip r:embed="rId16"/>
                <a:stretch>
                  <a:fillRect l="-8333" r="-25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33550D-C560-1916-CEFE-BB43A69EE955}"/>
              </a:ext>
            </a:extLst>
          </p:cNvPr>
          <p:cNvSpPr txBox="1"/>
          <p:nvPr/>
        </p:nvSpPr>
        <p:spPr>
          <a:xfrm>
            <a:off x="5097598" y="2424570"/>
            <a:ext cx="225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Sigmoid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513EA4-DFEA-92A7-C8E2-2C46194C6FDF}"/>
                  </a:ext>
                </a:extLst>
              </p:cNvPr>
              <p:cNvSpPr txBox="1"/>
              <p:nvPr/>
            </p:nvSpPr>
            <p:spPr>
              <a:xfrm>
                <a:off x="5246251" y="411765"/>
                <a:ext cx="156946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513EA4-DFEA-92A7-C8E2-2C46194C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251" y="411765"/>
                <a:ext cx="1569469" cy="525016"/>
              </a:xfrm>
              <a:prstGeom prst="rect">
                <a:avLst/>
              </a:prstGeom>
              <a:blipFill>
                <a:blip r:embed="rId17"/>
                <a:stretch>
                  <a:fillRect l="-1613" t="-4762" r="-1048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63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undefined">
            <a:extLst>
              <a:ext uri="{FF2B5EF4-FFF2-40B4-BE49-F238E27FC236}">
                <a16:creationId xmlns:a16="http://schemas.microsoft.com/office/drawing/2014/main" id="{8D3FADF5-2D98-3BFB-C0B4-B401137A5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353" y="1039223"/>
            <a:ext cx="7169330" cy="477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5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E7F46C-5E0B-0ED0-693A-4EFF9134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-363260"/>
            <a:ext cx="10364451" cy="1596177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72B5F-8067-60B2-D315-0E3B46332337}"/>
              </a:ext>
            </a:extLst>
          </p:cNvPr>
          <p:cNvSpPr txBox="1"/>
          <p:nvPr/>
        </p:nvSpPr>
        <p:spPr>
          <a:xfrm>
            <a:off x="3462688" y="1309906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2. Iterate through all nodes in a topologically sorted order. </a:t>
            </a:r>
          </a:p>
          <a:p>
            <a:endParaRPr lang="en-US" dirty="0"/>
          </a:p>
          <a:p>
            <a:r>
              <a:rPr lang="en-US" dirty="0"/>
              <a:t>FOR EACH node IN </a:t>
            </a:r>
            <a:r>
              <a:rPr lang="en-US" dirty="0" err="1"/>
              <a:t>graph.nodes_topologically_sorted</a:t>
            </a:r>
            <a:r>
              <a:rPr lang="en-US" dirty="0"/>
              <a:t>(): </a:t>
            </a:r>
          </a:p>
          <a:p>
            <a:r>
              <a:rPr lang="en-US" dirty="0"/>
              <a:t>     CALL </a:t>
            </a:r>
            <a:r>
              <a:rPr lang="en-US" dirty="0" err="1"/>
              <a:t>node.forward</a:t>
            </a:r>
            <a:r>
              <a:rPr lang="en-US" dirty="0"/>
              <a:t>() </a:t>
            </a:r>
          </a:p>
          <a:p>
            <a:r>
              <a:rPr lang="en-US" dirty="0"/>
              <a:t>RETURN </a:t>
            </a:r>
            <a:r>
              <a:rPr lang="en-US" dirty="0" err="1"/>
              <a:t>output_of_final_node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B8315-63D4-CD6F-4CC7-F81DF438C9CA}"/>
              </a:ext>
            </a:extLst>
          </p:cNvPr>
          <p:cNvSpPr txBox="1"/>
          <p:nvPr/>
        </p:nvSpPr>
        <p:spPr>
          <a:xfrm>
            <a:off x="3462688" y="3709274"/>
            <a:ext cx="74138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EACH node IN REVERSED(</a:t>
            </a:r>
            <a:r>
              <a:rPr lang="en-US" dirty="0" err="1"/>
              <a:t>graph.nodes_topologically_sorted</a:t>
            </a:r>
            <a:r>
              <a:rPr lang="en-US" dirty="0"/>
              <a:t>()): </a:t>
            </a:r>
          </a:p>
          <a:p>
            <a:r>
              <a:rPr lang="en-US" dirty="0"/>
              <a:t># Each node's backward() method applies the chain rule locally. CALL </a:t>
            </a:r>
            <a:r>
              <a:rPr lang="en-US" dirty="0" err="1"/>
              <a:t>node.backward</a:t>
            </a:r>
            <a:r>
              <a:rPr lang="en-US" dirty="0"/>
              <a:t>() </a:t>
            </a:r>
          </a:p>
          <a:p>
            <a:endParaRPr lang="en-US" dirty="0"/>
          </a:p>
          <a:p>
            <a:r>
              <a:rPr lang="en-US" dirty="0"/>
              <a:t># 3. After the loop, the gradients for the initial inputs are computed. </a:t>
            </a:r>
          </a:p>
          <a:p>
            <a:endParaRPr lang="en-US" dirty="0"/>
          </a:p>
          <a:p>
            <a:r>
              <a:rPr lang="en-US" dirty="0"/>
              <a:t>RETURN </a:t>
            </a:r>
            <a:r>
              <a:rPr lang="en-US" dirty="0" err="1"/>
              <a:t>gradients_of_initial_inputs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0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7F2A-9527-8777-5183-348598C8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9877"/>
            <a:ext cx="10364451" cy="1596177"/>
          </a:xfrm>
        </p:spPr>
        <p:txBody>
          <a:bodyPr/>
          <a:lstStyle/>
          <a:p>
            <a:r>
              <a:rPr lang="en-US" dirty="0"/>
              <a:t>Lab 03: Backpropagation examples</a:t>
            </a:r>
          </a:p>
        </p:txBody>
      </p:sp>
    </p:spTree>
    <p:extLst>
      <p:ext uri="{BB962C8B-B14F-4D97-AF65-F5344CB8AC3E}">
        <p14:creationId xmlns:p14="http://schemas.microsoft.com/office/powerpoint/2010/main" val="193510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3325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3397</TotalTime>
  <Words>428</Words>
  <Application>Microsoft Macintosh PowerPoint</Application>
  <PresentationFormat>Widescreen</PresentationFormat>
  <Paragraphs>166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Cambria Math</vt:lpstr>
      <vt:lpstr>Tw Cen MT</vt:lpstr>
      <vt:lpstr>Droplet</vt:lpstr>
      <vt:lpstr>Introduction to artificial intelligence</vt:lpstr>
      <vt:lpstr>Computational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Pseudocode</vt:lpstr>
      <vt:lpstr>Lab 03: Backpropagation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Gazda</dc:creator>
  <cp:lastModifiedBy>Matej Gazda</cp:lastModifiedBy>
  <cp:revision>18</cp:revision>
  <dcterms:created xsi:type="dcterms:W3CDTF">2025-08-15T08:06:13Z</dcterms:created>
  <dcterms:modified xsi:type="dcterms:W3CDTF">2025-10-15T10:55:57Z</dcterms:modified>
</cp:coreProperties>
</file>